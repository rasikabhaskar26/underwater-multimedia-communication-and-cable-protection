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AC2BB-FFFA-84A8-4642-EAF660CF9E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B91CAA-9E81-DF3F-D9EB-106EB41643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A9D55-D8BD-017E-AEC8-F464E0467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709AC-8E94-4D3B-A891-679CC01E32DB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27212-866F-8D91-A7D7-DE30AD0E6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45AF0-6430-F5E9-EDA7-B1841F405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AFBB4-14F4-46EA-BDFB-D93077CDDB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423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6EFAA-9413-DEC0-7E35-C8E616E11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6FABE3-337A-1CD6-0C65-6092C9AAD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4C138-D4EB-2FD8-6673-F59A1238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709AC-8E94-4D3B-A891-679CC01E32DB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2D553-752C-F432-73C6-77F8FE040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48CB4-7B88-23F6-19D7-B0146B4A9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AFBB4-14F4-46EA-BDFB-D93077CDDB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301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CCEB6-87C4-0B13-9569-023283680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5D902E-CD43-9384-5636-C402B11BD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76ED2-9FDF-6640-53AD-DA0E11E5C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709AC-8E94-4D3B-A891-679CC01E32DB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CF651-4098-8300-BFC1-8FCFAD319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B8893-7693-3C65-DFA9-47D4B3C50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AFBB4-14F4-46EA-BDFB-D93077CDDB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1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3C506-6AE1-02DB-4A10-F830E7B1A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C5BEA-FB9C-4E57-7A41-1906E462F3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E660F-4984-3FA9-8792-6552E9F42E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EB5339-1D4C-902E-6179-8F697EFF6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709AC-8E94-4D3B-A891-679CC01E32DB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06D0E-B7BA-3A6D-AA52-79FDB78DF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5888D4-218C-953A-E9F6-89290543C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AFBB4-14F4-46EA-BDFB-D93077CDDB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589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F4D57-BEE2-5D61-55D3-6A656BED0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823B9F-C445-C815-4960-F86AA65F3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78B690-EB67-0421-8E0A-8F8CF537C0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975E18-1014-5A59-72AB-B3A812D2C6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64AF0F-51AB-0D01-F9D2-B6D4A0526F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4B226E-CE7F-9B9B-BB74-A1E235882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709AC-8E94-4D3B-A891-679CC01E32DB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BF03C8-E4DE-D14E-E217-A3ACB4AAC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5022B4-9448-E10A-79C7-7857E7CC2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AFBB4-14F4-46EA-BDFB-D93077CDDB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24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60477-47B4-F657-660C-24C888596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232F59-F524-C1C0-4E0F-4E4688702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709AC-8E94-4D3B-A891-679CC01E32DB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316B0-D223-04E5-A726-0281499CB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3226A9-1BAF-6C7A-0021-347C2BCFB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AFBB4-14F4-46EA-BDFB-D93077CDDB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420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2F8427-04F9-C4D6-CECE-4D7F477B5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709AC-8E94-4D3B-A891-679CC01E32DB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92C4F9-798C-9AD0-919A-643475E35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6D2590-8DDC-BE2E-BC20-13E359971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AFBB4-14F4-46EA-BDFB-D93077CDDB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88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0B58E-5DB0-425C-6A2C-1DF06D7FA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4DE13-7CCB-E26D-D66A-44656876D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1BEBED-932D-9527-FEC0-7B15AB5E9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AC870A-1261-5C3F-103D-5501925FC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709AC-8E94-4D3B-A891-679CC01E32DB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FBA13D-B28A-F577-6B1A-459630BAB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9D9AA-6F59-4177-850D-CA4D5AA95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AFBB4-14F4-46EA-BDFB-D93077CDDB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0501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720FA-21BE-0431-8DD5-C3F6AD157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565F86-9418-2EED-40C6-A5A65E0C9C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A35885-CE29-0D29-F8A6-E915CE75C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8E2BEB-E74E-1F65-C6F3-F73831223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709AC-8E94-4D3B-A891-679CC01E32DB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B2572-2464-FA11-E63B-CDA100621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1D336A-1093-7B85-1ADF-614D9F56F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AFBB4-14F4-46EA-BDFB-D93077CDDB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56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19CFB-AD8B-047E-F81B-95485BEA2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2AA861-6BDC-F20C-429B-CF5855363A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1FA86-E615-C64C-888C-89B13CA4B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709AC-8E94-4D3B-A891-679CC01E32DB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D093E-FAFD-0EEC-11A6-A98C1A611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083B3-7A43-9861-4AA6-CF8940AA2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AFBB4-14F4-46EA-BDFB-D93077CDDB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647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19AA19-3F46-629D-F0C2-30267801DF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5428B2-408F-BB4B-6981-E977F39146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BCE3C-CC80-8E5F-009F-6306A2E49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709AC-8E94-4D3B-A891-679CC01E32DB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321A3C-EBF2-97E9-1A3B-46F6EE54E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337E7B-9A01-1248-8A8B-19206D0B8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AFBB4-14F4-46EA-BDFB-D93077CDDB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653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0A1F14-4ACD-3F32-5375-B79E8BD5D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D8933-7915-D148-DA7F-97B248364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EB605-67DC-F0B0-AEF0-721517A0A3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C709AC-8E94-4D3B-A891-679CC01E32DB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E9683-C115-AD95-9EA2-4BCDA2B70C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1CE0E-2FD3-799D-28B9-D87045B224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8AFBB4-14F4-46EA-BDFB-D93077CDDB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465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982D4-AC74-D9C6-BC19-175BDAD060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Underwater Multimedia Communication and Cable Protection System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 life below water</a:t>
            </a:r>
            <a:endParaRPr lang="en-IN" sz="2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2C7832-38A5-7BBA-33CA-26B0A00EB1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4255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67917-6C80-BEBE-330D-6930A7D264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29265"/>
            <a:ext cx="9144000" cy="970935"/>
          </a:xfrm>
        </p:spPr>
        <p:txBody>
          <a:bodyPr>
            <a:normAutofit/>
          </a:bodyPr>
          <a:lstStyle/>
          <a:p>
            <a:r>
              <a:rPr lang="en-US" alt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en-IN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2B0EFC-2817-4101-B145-B4A7CFB61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66452"/>
            <a:ext cx="9144000" cy="3291348"/>
          </a:xfrm>
        </p:spPr>
        <p:txBody>
          <a:bodyPr/>
          <a:lstStyle/>
          <a:p>
            <a:pPr algn="l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l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Statement</a:t>
            </a:r>
          </a:p>
          <a:p>
            <a:pPr algn="l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Flow</a:t>
            </a:r>
          </a:p>
          <a:p>
            <a:pPr algn="l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Coding block details</a:t>
            </a:r>
          </a:p>
          <a:p>
            <a:pPr algn="l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Advantages, Disadvantages</a:t>
            </a:r>
          </a:p>
          <a:p>
            <a:pPr algn="l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Applications</a:t>
            </a:r>
          </a:p>
          <a:p>
            <a:pPr algn="l"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3615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00CF8-D011-6088-C7DC-BAA8C0D02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C4968-0FD4-0D1A-B248-3AFE26251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spcBef>
                <a:spcPct val="0"/>
              </a:spcBef>
              <a:buNone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presents an underwater multimedia communication and cable protection system using Arduino in </a:t>
            </a:r>
            <a:r>
              <a:rPr lang="en-US" alt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Tinkercad.A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sensor continuously monitors the environment around the underwater </a:t>
            </a:r>
            <a:r>
              <a:rPr lang="en-US" alt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cable.When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danger such as leakage or disturbance is detected, a red LED blinks as a warning.</a:t>
            </a:r>
          </a:p>
          <a:p>
            <a:pPr marL="0" indent="0" algn="just">
              <a:spcBef>
                <a:spcPct val="0"/>
              </a:spcBef>
              <a:buNone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buzzer turns ON to provide an immediate sound </a:t>
            </a:r>
            <a:r>
              <a:rPr lang="en-US" alt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alert.A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servo </a:t>
            </a:r>
            <a:r>
              <a:rPr lang="en-US" alt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motoractivates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simulate a protective action for the </a:t>
            </a:r>
            <a:r>
              <a:rPr lang="en-US" alt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cable.The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system is automatic, low-cost, and helps improve underwater cable safety.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61225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D9723-8CFB-7D66-15BA-5EB88EBF9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Probleam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3715A-8B4B-6248-4C93-48C018BDB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 underwater communication cables from damage.</a:t>
            </a:r>
          </a:p>
          <a:p>
            <a:pPr marL="0" indent="0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Need early detection and protection system.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1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3214E-DD4B-CB63-C86C-E46EC2F0F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Flow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37A2AC-D008-CEAC-1238-057D93AF4C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2358" y="1825625"/>
            <a:ext cx="618728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917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97956-3C32-F91C-24F1-F20CBDC2B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Coding block details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FE497-3BFB-DD23-85B2-689127BA67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IN" altLang="en-US" sz="2600" dirty="0"/>
              <a:t>Start</a:t>
            </a:r>
            <a:br>
              <a:rPr lang="en-IN" altLang="en-US" sz="2600" dirty="0"/>
            </a:br>
            <a:r>
              <a:rPr lang="en-IN" altLang="en-US" sz="2600" dirty="0"/>
              <a:t>⬇</a:t>
            </a:r>
            <a:br>
              <a:rPr lang="en-IN" altLang="en-US" sz="2600" dirty="0"/>
            </a:br>
            <a:r>
              <a:rPr lang="en-IN" altLang="en-US" sz="2600" dirty="0"/>
              <a:t>Initialize sensor pin (INPUT)</a:t>
            </a:r>
            <a:br>
              <a:rPr lang="en-IN" altLang="en-US" sz="2600" dirty="0"/>
            </a:br>
            <a:r>
              <a:rPr lang="en-IN" altLang="en-US" sz="2600" dirty="0"/>
              <a:t>⬇</a:t>
            </a:r>
            <a:br>
              <a:rPr lang="en-IN" altLang="en-US" sz="2600" dirty="0"/>
            </a:br>
            <a:r>
              <a:rPr lang="en-IN" altLang="en-US" sz="2600" dirty="0"/>
              <a:t>Initialize LED and buzzer pins (OUTPUT)</a:t>
            </a:r>
            <a:br>
              <a:rPr lang="en-IN" altLang="en-US" sz="2600" dirty="0"/>
            </a:br>
            <a:r>
              <a:rPr lang="en-IN" altLang="en-US" sz="2600" dirty="0"/>
              <a:t>⬇</a:t>
            </a:r>
            <a:br>
              <a:rPr lang="en-IN" altLang="en-US" sz="2600" dirty="0"/>
            </a:br>
            <a:r>
              <a:rPr lang="en-IN" altLang="en-US" sz="2600" dirty="0"/>
              <a:t>Read sensor value</a:t>
            </a:r>
            <a:br>
              <a:rPr lang="en-IN" altLang="en-US" sz="2600" dirty="0"/>
            </a:br>
            <a:r>
              <a:rPr lang="en-IN" altLang="en-US" sz="2600" dirty="0"/>
              <a:t>⬇</a:t>
            </a:r>
            <a:br>
              <a:rPr lang="en-IN" altLang="en-US" sz="2600" dirty="0"/>
            </a:br>
            <a:r>
              <a:rPr lang="en-IN" altLang="en-US" sz="2600" dirty="0"/>
              <a:t>Is danger detected?</a:t>
            </a:r>
            <a:br>
              <a:rPr lang="en-IN" altLang="en-US" sz="2600" dirty="0"/>
            </a:br>
            <a:r>
              <a:rPr lang="en-IN" altLang="en-US" sz="2600" dirty="0"/>
              <a:t>⬇</a:t>
            </a:r>
            <a:br>
              <a:rPr lang="en-IN" altLang="en-US" sz="2600" dirty="0"/>
            </a:br>
            <a:r>
              <a:rPr lang="en-IN" altLang="en-US" sz="2600" dirty="0"/>
              <a:t>YES ➜ Turn ON buzzer ➜ Blink red LED ➜ Continue monitoring</a:t>
            </a:r>
            <a:br>
              <a:rPr lang="en-IN" altLang="en-US" sz="2600" dirty="0"/>
            </a:br>
            <a:r>
              <a:rPr lang="en-IN" altLang="en-US" sz="2600" dirty="0"/>
              <a:t>⬇</a:t>
            </a:r>
            <a:br>
              <a:rPr lang="en-IN" altLang="en-US" sz="2600" dirty="0"/>
            </a:br>
            <a:r>
              <a:rPr lang="en-IN" altLang="en-US" sz="2600" dirty="0"/>
              <a:t>NO ➜ Turn OFF LED ➜ Turn OFF buzzer</a:t>
            </a:r>
            <a:br>
              <a:rPr lang="en-IN" altLang="en-US" sz="2600" dirty="0"/>
            </a:br>
            <a:r>
              <a:rPr lang="en-IN" altLang="en-US" sz="2600" dirty="0"/>
              <a:t>⬇</a:t>
            </a:r>
            <a:br>
              <a:rPr lang="en-IN" altLang="en-US" sz="2600" dirty="0"/>
            </a:br>
            <a:r>
              <a:rPr lang="en-IN" altLang="en-US" sz="2600" dirty="0"/>
              <a:t>Repeat process continuously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8305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DBAEB-1A8F-1534-DC99-A163E77D37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Disadvantages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3FE52-C079-6257-72B3-3BA93F2BF9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en-US" sz="2600" b="1" dirty="0"/>
              <a:t>✅ Advantages</a:t>
            </a:r>
          </a:p>
          <a:p>
            <a:pPr marL="0" indent="0">
              <a:buNone/>
            </a:pPr>
            <a:r>
              <a:rPr lang="en-US" altLang="en-US" sz="2600" dirty="0"/>
              <a:t>1️⃣ Gives early warning before cable damage</a:t>
            </a:r>
            <a:br>
              <a:rPr lang="en-US" altLang="en-US" sz="2600" dirty="0"/>
            </a:br>
            <a:r>
              <a:rPr lang="en-US" altLang="en-US" sz="2600" dirty="0"/>
              <a:t>2️⃣ Easy to build and low cost</a:t>
            </a:r>
            <a:br>
              <a:rPr lang="en-US" altLang="en-US" sz="2600" dirty="0"/>
            </a:br>
            <a:r>
              <a:rPr lang="en-US" altLang="en-US" sz="2600" dirty="0"/>
              <a:t>3️⃣ Provides both light and sound alert</a:t>
            </a:r>
            <a:br>
              <a:rPr lang="en-US" altLang="en-US" sz="2600" dirty="0"/>
            </a:br>
            <a:r>
              <a:rPr lang="en-US" altLang="en-US" sz="2600" dirty="0"/>
              <a:t>4️⃣ Improves safety of underwater systems</a:t>
            </a:r>
            <a:br>
              <a:rPr lang="en-US" altLang="en-US" sz="2600" dirty="0"/>
            </a:br>
            <a:r>
              <a:rPr lang="en-US" altLang="en-US" sz="2600" dirty="0"/>
              <a:t>5️⃣ Works automatically without human monitoring</a:t>
            </a:r>
          </a:p>
          <a:p>
            <a:endParaRPr lang="en-US" altLang="en-US" sz="2600" dirty="0"/>
          </a:p>
          <a:p>
            <a:pPr marL="0" indent="0">
              <a:buNone/>
            </a:pPr>
            <a:r>
              <a:rPr lang="en-IN" altLang="en-US" sz="2600" b="1" dirty="0"/>
              <a:t>❌ Disadvantages</a:t>
            </a:r>
          </a:p>
          <a:p>
            <a:pPr marL="0" indent="0">
              <a:buNone/>
            </a:pPr>
            <a:r>
              <a:rPr lang="en-IN" altLang="en-US" sz="2600" dirty="0"/>
              <a:t>1️⃣ Limited detection range</a:t>
            </a:r>
            <a:br>
              <a:rPr lang="en-IN" altLang="en-US" sz="2600" dirty="0"/>
            </a:br>
            <a:r>
              <a:rPr lang="en-IN" altLang="en-US" sz="2600" dirty="0"/>
              <a:t>2️⃣ Sensor accuracy depends on environment</a:t>
            </a:r>
            <a:br>
              <a:rPr lang="en-IN" altLang="en-US" sz="2600" dirty="0"/>
            </a:br>
            <a:r>
              <a:rPr lang="en-IN" altLang="en-US" sz="2600" dirty="0"/>
              <a:t>3️⃣ May give false alert if sensor is disturbed</a:t>
            </a:r>
            <a:br>
              <a:rPr lang="en-IN" altLang="en-US" dirty="0"/>
            </a:br>
            <a:endParaRPr lang="en-IN" alt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2321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855DB-6AF8-3821-8DD4-5B4B68ABD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306C8E-D3EF-4E75-DBFC-6B2E0765C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1️⃣ Ocean Research &amp; Marine Monitoring</a:t>
            </a:r>
            <a:b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2️⃣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Defence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Navy Communication</a:t>
            </a:r>
            <a:b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3️⃣ Oil &amp; Gas Industry</a:t>
            </a:r>
            <a:b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4️⃣ Disaster Monitoring &amp; Early Warning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5309886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037E3-9039-63A8-6D3B-6A3B236B7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C446C2EC-3C12-3A16-7725-7ECCC848FEA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7556" y="1825625"/>
            <a:ext cx="6636888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4813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F9950-AB25-9A31-D265-7D0BFB8A1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00"/>
            <a:ext cx="10515600" cy="3844413"/>
          </a:xfrm>
        </p:spPr>
        <p:txBody>
          <a:bodyPr/>
          <a:lstStyle/>
          <a:p>
            <a:pPr algn="ctr"/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4685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301</Words>
  <Application>Microsoft Office PowerPoint</Application>
  <PresentationFormat>Widescreen</PresentationFormat>
  <Paragraphs>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Underwater Multimedia Communication and Cable Protection System 14 life below water</vt:lpstr>
      <vt:lpstr>Content</vt:lpstr>
      <vt:lpstr>Introduction</vt:lpstr>
      <vt:lpstr>Probleam Statment</vt:lpstr>
      <vt:lpstr>Project Flow</vt:lpstr>
      <vt:lpstr>Coding block details</vt:lpstr>
      <vt:lpstr>Advantages and Disadvantages</vt:lpstr>
      <vt:lpstr>Applications</vt:lpstr>
      <vt:lpstr>Results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rasikabhaskar6@gmail.com</dc:creator>
  <cp:lastModifiedBy>rasikabhaskar6@gmail.com</cp:lastModifiedBy>
  <cp:revision>8</cp:revision>
  <dcterms:created xsi:type="dcterms:W3CDTF">2026-09-12T17:05:33Z</dcterms:created>
  <dcterms:modified xsi:type="dcterms:W3CDTF">2026-09-12T17:10:07Z</dcterms:modified>
</cp:coreProperties>
</file>